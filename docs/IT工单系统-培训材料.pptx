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IT 工 单 系 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>
                <a:solidFill>
                  <a:srgbClr val="3B82F6"/>
                </a:solidFill>
              </a:defRPr>
            </a:pPr>
            <a:r>
              <a:t>培训材料</a:t>
            </a:r>
          </a:p>
          <a:p>
            <a:pPr>
              <a:spcAft>
                <a:spcPts val="600"/>
              </a:spcAft>
              <a:defRPr sz="2800">
                <a:solidFill>
                  <a:srgbClr val="3B82F6"/>
                </a:solidFill>
              </a:defRPr>
            </a:pPr>
          </a:p>
          <a:p>
            <a:pPr>
              <a:spcAft>
                <a:spcPts val="600"/>
              </a:spcAft>
              <a:defRPr sz="2800">
                <a:solidFill>
                  <a:srgbClr val="3B82F6"/>
                </a:solidFill>
              </a:defRPr>
            </a:pPr>
            <a:r>
              <a:t>适用于：制造企业 IT 服务台</a:t>
            </a:r>
          </a:p>
          <a:p>
            <a:pPr>
              <a:spcAft>
                <a:spcPts val="600"/>
              </a:spcAft>
              <a:defRPr sz="2800">
                <a:solidFill>
                  <a:srgbClr val="3B82F6"/>
                </a:solidFill>
              </a:defRPr>
            </a:pPr>
            <a:r>
              <a:t>演示版本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📋 培训目录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01  系统概述与背景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02  用户角色与权限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03  系统截图一览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04  工单管理 — 创建、流转、指派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05  仪表盘 — 数据可视化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06  SLA 管理规则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07  管理员后台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08  实操演练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09  常见问题与支持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01  系统概述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🎯 系统定位：企业内部 IT 服务管理与工单追踪平台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核心功能：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✅ 工单全生命周期管理（创建 → 处理 → 完成）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✅ 智能 SLA 自动计算与预警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✅ 多维度仪表盘数据可视化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✅ 角色权限分离（管理员 / IT 人员）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✅ Docker 一键部署，零外部依赖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技术栈：FastAPI + PostgreSQL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📋 工单列表页 — 工单管理主界面</a:t>
            </a:r>
          </a:p>
        </p:txBody>
      </p:sp>
      <p:pic>
        <p:nvPicPr>
          <p:cNvPr id="3" name="Picture 2" descr="screenshot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</a:defRPr>
            </a:pPr>
            <a:r>
              <a:t>▲ 支持全文搜索、状态标签筛选、分页浏览，是日常工单处理的核心入口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📊 仪表盘 — 数据可视化总览</a:t>
            </a:r>
          </a:p>
        </p:txBody>
      </p:sp>
      <p:pic>
        <p:nvPicPr>
          <p:cNvPr id="3" name="Picture 2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</a:defRPr>
            </a:pPr>
            <a:r>
              <a:t>▲ 摘要卡片 + 排行榜 + 热力图 + 工作负载 + 多种图表，一页掌握全局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📝 工单详情页 — 状态流转与处理记录</a:t>
            </a:r>
          </a:p>
        </p:txBody>
      </p:sp>
      <p:pic>
        <p:nvPicPr>
          <p:cNvPr id="3" name="Picture 2" descr="screensho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</a:defRPr>
            </a:pPr>
            <a:r>
              <a:t>▲ 修改状态/指派/备注/附件/历史记录，工单全生命周期在此管理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02  用户角色与权限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🔧 系统管理员 (admin)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管理用户账号（新增/编辑/启禁用）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配置权限流转表、SLA 标准、工作日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查看全部工单与仪表盘数据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👨‍💻 IT 人员 (it_staff)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处理分配给自己的工单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修改工单状态、添加备注、上传附件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查看仪表盘（排行榜、热力图等）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👤 普通用户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提交工单（标题/描述/分类/优先级）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• 无需登录即可创建工单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04  工单生命周期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标准流程：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待处理 ──→ 处理中 ──→ 已完成 ✅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升级流程：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待处理 ──→ 处理中 ──→ 已升级 ──→ 已完成 ⬆️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           (指派他人处理)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退回流程：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已完成 ──→ 处理中 ──→ 已完成 🔄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(质量不合要求，退回重做)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取消流程：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待处理 / 处理中 ──→ 已取消 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04  创建工单演示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操作路径：导航栏 →  ➕ 创建工单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填写字段：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📝 标题（必填）    — 简要描述问题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📄 问题描述         — 详细说明，可直接粘贴截图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📁 分类             — 硬件 / 软件 / 网络 / 账号 / 其他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⚡ 优先级           — 低 / 中 / 高 / 紧急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👤 您的姓名         — 创建人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分类与权重：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硬件 (×2.0)  &gt;  软件 (×1.5)  &gt;  网络 (×1.0)  &gt;  账号 (×0.5)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提示：权重影响排行榜「加权件数」得分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04  工单列表与搜索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📋 工单列表 (/tickets)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状态标签筛选：全部 | 待处理 | 处理中 | 已升级 | 已完成 | 已取消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全文搜索：支持按编号/标题/描述/创建人/指派人/状态搜索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工单详情页 (/tickets/{id})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修改状态（下拉选择）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修改指派人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添加备注（支持粘贴图片）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上传附件（PDF / Word / Excel / 图片 / ZIP）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查看完整工单历史记录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05  仪表盘（上）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📊 摘要卡片 — 今日新建 / 处理中 / 已完成 / SLA达标率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🏆 摘牌排行榜 — IT 人员月度评分排名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评分公式（满分 100）：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加权(35) + SLA(25) + 速度(20) + 响应(5) + 接收(+2/件最高10) + 退回(5−1/件最高5)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（升级已从排行榜移除，仅保留接收加分）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🔥 热力图 — 个人每日工作强度日历视图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颜色深浅表示当天完成工单数量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⚖️ 工作负载 — 每个 IT 人员当前待处理工单（按优先级堆叠）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05  仪表盘（下）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📈 图表面板：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⚡ 分类·平均时长    — 各分类工单平均处理耗时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📊 分类·专长度      — 每个 IT 人员的分类擅长分布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😊 满意度           — 用户评价统计（仅统计启用IT人员）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🎯 工单状态分布     — 饼图（待处理/处理中/已完成/已取消）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📊 优先级·平均时长  — 各优先级工单平均耗时对比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⏱️ 首次响应分布     — 首次响应时间区间统计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📈 月度对比         — 新建/完成/SLA/时长/响应 月度环比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📈 工单流量         — 创建 vs 解决趋势折线图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📊 SLA趋势          — SLA达标率月度变化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06  SLA 管理规则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SLA (Service Level Agreement) — 服务等级协议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优先级 × 响应时限：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🔴 紧急  1 小时内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🟠 高    2 小时内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🟡 中    4 小时内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🟢 低    8 小时内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业务时间规则：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仅计算工作日（周一至周五）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仅计算工作时间（08:00 – 17:00）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非工作时间不累计 SLA 计时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过期计算示例：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周五 16:00 提交（SLA 1小时，紧急）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→ 16:00-17:00 (1h) → SLA到期：当天 17:00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周五 14:00 提交（SLA 4小时，中）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→ 14:00-17:00 (3h) → 下周一 08:00-09:00 (1h)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→ SLA到期：下周一 09:00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07  管理员后台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管理员导航菜单：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👥 用户管理      — 新增/编辑/启用/禁用用户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🔐 权限控制表    — 配置工单状态流转规则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📁 分类标准      — 管理工单分类及复杂度权重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⚡ SLA 标准      — 调整各优先级 SLA 时限，支持批量重算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📅 工作日        — 配置工作日和上班时间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用户管理：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角色：admin（管理员） / it_staff（IT人员）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• 可启用/禁用账户，禁用后不参与排行榜统计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08  实操演练（一）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1：提交工单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访问 http://服务器:8000/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点击「➕ 创建工单」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填写标题、描述、选择分类和优先级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④ 点击「提交工单」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⑤ 记住工单编号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2：处理工单（管理员操作）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进入工单详情页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将状态改为「处理中」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指派给 IT 人员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④ 添加备注和附件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3：完成工单（IT 人员操作）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打开分配给自己的工单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处理问题，添加处理备注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将状态改为「已完成」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08  实操演练（二）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4：查看仪表盘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点击「📊 仪表盘」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查看排行榜，理解评分计算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查看热力图，确认个人工作量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④ 尝试切换月份，查看历史数据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5：升级工单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处理中工单 → 状态改为「已升级」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管理员重新指派给其他 IT 人员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接收人完成后，排行榜更新：接收人 +2分/件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演练 6：退回重做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① 已完成工单 → 状态改回「处理中」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② 重新处理后 → 状态改为「已完成」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  ③ 退回次数 +1 → 退回分 -1（最低0分）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09  常见问题与支持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Q: 忘记密码怎么办？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A: 联系管理员重置密码，或使用「忘记密码」功能（需配置SMTP）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Q: 工单编号可以自定义吗？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A: 系统自动生成 IT-年份-序号 格式，不可手动修改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Q: SLA 已过期会怎样？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A: 工单状态正常不变，但在仪表盘 SLA 统计中记为未达标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Q: 支持手机访问吗？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A: 支持！系统采用响应式设计，适配手机/平板/桌面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Q: 数据如何备份？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A: 参考运维手册，使用 pg_dump 定期备份 PostgreSQL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📞 技术支持：参考项目交接清单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6B7280"/>
                </a:solidFill>
              </a:defRPr>
            </a:pPr>
            <a:r>
              <a:t>IT 工单系统</a:t>
            </a:r>
          </a:p>
          <a:p>
            <a:pPr>
              <a:spcAft>
                <a:spcPts val="600"/>
              </a:spcAft>
              <a:defRPr sz="2000">
                <a:solidFill>
                  <a:srgbClr val="6B728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6B7280"/>
                </a:solidFill>
              </a:defRPr>
            </a:pPr>
            <a:r>
              <a:t>如有疑问，请参考用户操作手册或联系管理员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IT工单系统 · 培训材料     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